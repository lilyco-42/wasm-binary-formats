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octet-stream"/>
</Types>
</file>

<file path=_rels/.rels><?xml version="1.0" encoding="UTF-8"?>
<Relationships xmlns="http://schemas.openxmlformats.org/package/2006/relationships"><Relationship Id="rId1" Type="officeDocument" Target="ppt/presentation.xml"/></Relationships>
</file>

<file path=ppt/presentation.xml><?xml version="1.0" encoding="utf-8"?>
<ppt/>
</file>